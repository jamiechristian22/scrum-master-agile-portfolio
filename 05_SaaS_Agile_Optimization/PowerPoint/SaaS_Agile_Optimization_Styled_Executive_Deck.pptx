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Enterprise Agile Vision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SaaS Agile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Transformation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 Planning</a:t>
            </a:r>
          </a:p>
          <a:p>
            <a:r>
              <a:t>Sprint Optimization</a:t>
            </a:r>
          </a:p>
          <a:p>
            <a:r>
              <a:t>Dependency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Velocity +47%</a:t>
            </a:r>
          </a:p>
          <a:p>
            <a:r>
              <a:t>Defects -38%</a:t>
            </a:r>
          </a:p>
          <a:p>
            <a:r>
              <a:t>Carryover -52%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stakeholder trust</a:t>
            </a:r>
          </a:p>
          <a:p>
            <a:r>
              <a:t>Higher predictability</a:t>
            </a:r>
          </a:p>
          <a:p>
            <a:r>
              <a:t>Enterprise alignment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